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8229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인천관광공사 귀중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685800" y="1874520"/>
            <a:ext cx="457200" cy="25400"/>
          </a:xfrm>
          <a:prstGeom prst="rect">
            <a:avLst/>
          </a:prstGeom>
          <a:solidFill>
            <a:srgbClr val="FF6D6A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201168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인천시티투어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85800" y="272491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판로 확대 용역 제안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85800" y="3908146"/>
            <a:ext cx="1005840" cy="389534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74520" y="4047134"/>
            <a:ext cx="9525" cy="219456"/>
          </a:xfrm>
          <a:prstGeom prst="rect">
            <a:avLst/>
          </a:prstGeom>
          <a:solidFill>
            <a:srgbClr val="CFCFCF"/>
          </a:solidFill>
          <a:ln/>
        </p:spPr>
      </p:sp>
      <p:sp>
        <p:nvSpPr>
          <p:cNvPr id="8" name="Text 6"/>
          <p:cNvSpPr/>
          <p:nvPr/>
        </p:nvSpPr>
        <p:spPr>
          <a:xfrm>
            <a:off x="2039112" y="401970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2026. 10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 개요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685800" y="2468880"/>
            <a:ext cx="7772400" cy="1905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25603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사업명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148840" y="256032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인천시티투어 온라인 판로 확대 용역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85800" y="2944368"/>
            <a:ext cx="7772400" cy="9525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296265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사업기간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148840" y="2962656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3. ~ 2026. 12.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3346704"/>
            <a:ext cx="7772400" cy="9525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33649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사업예산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148840" y="3364992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 일억이천만원정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3749040"/>
            <a:ext cx="7772400" cy="9525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13" name="Text 11"/>
          <p:cNvSpPr/>
          <p:nvPr/>
        </p:nvSpPr>
        <p:spPr>
          <a:xfrm>
            <a:off x="8138160" y="471830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 범위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네 가지 과업을 수행합니다.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128016" cy="19050"/>
          </a:xfrm>
          <a:prstGeom prst="rect">
            <a:avLst/>
          </a:prstGeom>
          <a:solidFill>
            <a:srgbClr val="FF6D6A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4173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판매처 입점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167335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판매 플랫폼 입점 및 상품 등록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084832"/>
            <a:ext cx="128016" cy="19050"/>
          </a:xfrm>
          <a:prstGeom prst="rect">
            <a:avLst/>
          </a:prstGeom>
          <a:solidFill>
            <a:srgbClr val="FF6D6A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929384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구성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2185416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수요자별 상품 설계 및 가격 책정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138160" y="471830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수행 일정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 준비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792224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03~04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1920240" cy="9525"/>
          </a:xfrm>
          <a:prstGeom prst="rect">
            <a:avLst/>
          </a:prstGeom>
          <a:solidFill>
            <a:srgbClr val="CFCFCF"/>
          </a:solidFill>
          <a:ln/>
        </p:spPr>
      </p:sp>
      <p:sp>
        <p:nvSpPr>
          <p:cNvPr id="6" name="Text 4"/>
          <p:cNvSpPr/>
          <p:nvPr/>
        </p:nvSpPr>
        <p:spPr>
          <a:xfrm>
            <a:off x="2587752" y="14630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2단계 입점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587752" y="1792224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05~06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87752" y="2194560"/>
            <a:ext cx="1920240" cy="25400"/>
          </a:xfrm>
          <a:prstGeom prst="rect">
            <a:avLst/>
          </a:prstGeom>
          <a:solidFill>
            <a:srgbClr val="FF6D6A"/>
          </a:solidFill>
          <a:ln/>
        </p:spPr>
      </p:sp>
      <p:sp>
        <p:nvSpPr>
          <p:cNvPr id="9" name="Text 7"/>
          <p:cNvSpPr/>
          <p:nvPr/>
        </p:nvSpPr>
        <p:spPr>
          <a:xfrm>
            <a:off x="8138160" y="471830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소요 비용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8046720" cy="1524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50876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대행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846320" y="150876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10개월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0" y="150876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30,000,000원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901952"/>
            <a:ext cx="8046720" cy="9525"/>
          </a:xfrm>
          <a:prstGeom prst="rect">
            <a:avLst/>
          </a:prstGeom>
          <a:solidFill>
            <a:srgbClr val="E3E3E3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4005072"/>
            <a:ext cx="8046720" cy="1524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0965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합계 (부가세 별도)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0" y="4059936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45000"/>
              </a:lnSpc>
              <a:buNone/>
            </a:pPr>
            <a:r>
              <a:rPr lang="en-US" sz="1800" b="1" dirty="0">
                <a:solidFill>
                  <a:srgbClr val="2B2B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120,000,000원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138160" y="471830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2026-10-15T17:30:49Z</dcterms:created>
  <dcterms:modified xsi:type="dcterms:W3CDTF">2026-10-15T17:30:49Z</dcterms:modified>
</cp:coreProperties>
</file>