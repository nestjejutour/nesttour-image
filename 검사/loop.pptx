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822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인천관광공사 귀중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685800" y="1874520"/>
            <a:ext cx="457200" cy="2540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0116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인천시티투어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72491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판로 확대 용역 제안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3908146"/>
            <a:ext cx="1005840" cy="38953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74520" y="4047134"/>
            <a:ext cx="9525" cy="219456"/>
          </a:xfrm>
          <a:prstGeom prst="rect">
            <a:avLst/>
          </a:prstGeom>
          <a:solidFill>
            <a:srgbClr val="CFCFCF"/>
          </a:solidFill>
          <a:ln/>
        </p:spPr>
      </p:sp>
      <p:sp>
        <p:nvSpPr>
          <p:cNvPr id="8" name="Text 6"/>
          <p:cNvSpPr/>
          <p:nvPr/>
        </p:nvSpPr>
        <p:spPr>
          <a:xfrm>
            <a:off x="2039112" y="401970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2026. 10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개요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85800" y="2468880"/>
            <a:ext cx="7772400" cy="1905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560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사업명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148840" y="256032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인천시티투어 온라인 판로 확대 용역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2944368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9626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사업기간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48840" y="296265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3. ~ 2026. 12.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3346704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3649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사업예산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48840" y="336499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 일억이천만원정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749040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3" name="Text 11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범위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네 가지 과업을 수행합니다.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28016" cy="1905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판매처 입점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67335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판매 플랫폼 입점 및 상품 등록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84832"/>
            <a:ext cx="128016" cy="1905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2938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구성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185416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수요자별 상품 설계 및 가격 책정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수행 일정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 준비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922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03~04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1920240" cy="9525"/>
          </a:xfrm>
          <a:prstGeom prst="rect">
            <a:avLst/>
          </a:prstGeom>
          <a:solidFill>
            <a:srgbClr val="CFCFCF"/>
          </a:solidFill>
          <a:ln/>
        </p:spPr>
      </p:sp>
      <p:sp>
        <p:nvSpPr>
          <p:cNvPr id="6" name="Text 4"/>
          <p:cNvSpPr/>
          <p:nvPr/>
        </p:nvSpPr>
        <p:spPr>
          <a:xfrm>
            <a:off x="2587752" y="14630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 입점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87752" y="17922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05~06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87752" y="2194560"/>
            <a:ext cx="1920240" cy="2540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소요 비용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8046720" cy="152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087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대행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846320" y="15087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10개월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0" y="15087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30,000,000원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901952"/>
            <a:ext cx="8046720" cy="9525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05072"/>
            <a:ext cx="8046720" cy="152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0965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합계 (부가세 별도)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0" y="4059936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120,000,000원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2026-10-17T06:22:20Z</dcterms:created>
  <dcterms:modified xsi:type="dcterms:W3CDTF">2026-10-17T06:22:20Z</dcterms:modified>
</cp:coreProperties>
</file>