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인천관광공사 귀중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457200" cy="25400"/>
          </a:xfrm>
          <a:prstGeom prst="rect">
            <a:avLst/>
          </a:prstGeom>
          <a:solidFill>
            <a:srgbClr val="FF6D6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인천시티투어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724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판로 확대 용역 제안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3908146"/>
            <a:ext cx="1005840" cy="38953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4047134"/>
            <a:ext cx="9525" cy="219456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8" name="Text 6"/>
          <p:cNvSpPr/>
          <p:nvPr/>
        </p:nvSpPr>
        <p:spPr>
          <a:xfrm>
            <a:off x="2039112" y="401970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2468880"/>
            <a:ext cx="7772400" cy="1905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48840" y="2560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인천시티투어 온라인 판로 확대 용역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944368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62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사업기간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2962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3. ~ 2026. 12.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346704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64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사업예산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33649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 일억이천만원정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749040"/>
            <a:ext cx="7772400" cy="952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4718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범위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네 가지 과업을 수행합니다.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28016" cy="19050"/>
          </a:xfrm>
          <a:prstGeom prst="rect">
            <a:avLst/>
          </a:prstGeom>
          <a:solidFill>
            <a:srgbClr val="FF6D6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판매처 입점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판매 플랫폼 입점 및 상품 등록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128016" cy="19050"/>
          </a:xfrm>
          <a:prstGeom prst="rect">
            <a:avLst/>
          </a:prstGeom>
          <a:solidFill>
            <a:srgbClr val="FF6D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93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구성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854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수요자별 상품 설계 및 가격 책정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38160" y="4718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일정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 준비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03~04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920240" cy="9525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6" name="Text 4"/>
          <p:cNvSpPr/>
          <p:nvPr/>
        </p:nvSpPr>
        <p:spPr>
          <a:xfrm>
            <a:off x="2587752" y="1463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 입점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87752" y="1792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05~06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2194560"/>
            <a:ext cx="1920240" cy="25400"/>
          </a:xfrm>
          <a:prstGeom prst="rect">
            <a:avLst/>
          </a:prstGeom>
          <a:solidFill>
            <a:srgbClr val="FF6D6A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4718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소요 비용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1524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대행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1508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30,000,000원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8046720" cy="9525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05072"/>
            <a:ext cx="8046720" cy="1524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96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(부가세 별도)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4059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B2B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120,000,000원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38160" y="4718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2026-10-15T14:48:39Z</dcterms:created>
  <dcterms:modified xsi:type="dcterms:W3CDTF">2026-10-15T14:48:39Z</dcterms:modified>
</cp:coreProperties>
</file>