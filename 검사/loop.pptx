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인천관광공사 귀중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45720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판로 확대 용역 제안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3908146"/>
            <a:ext cx="1005840" cy="3895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4047134"/>
            <a:ext cx="9525" cy="219456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8" name="Text 6"/>
          <p:cNvSpPr/>
          <p:nvPr/>
        </p:nvSpPr>
        <p:spPr>
          <a:xfrm>
            <a:off x="2039112" y="401970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2468880"/>
            <a:ext cx="7772400" cy="1905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48840" y="2560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 온라인 판로 확대 용역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44368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962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사업기간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48840" y="2962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3. ~ 2026. 12.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346704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사업예산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 일억이천만원정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범위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네 가지 과업을 수행합니다.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판매처 입점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7335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판매 플랫폼 입점 및 상품 등록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93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8541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수요자별 상품 설계 및 가격 책정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일정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준비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03~04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920240" cy="9525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6" name="Text 4"/>
          <p:cNvSpPr/>
          <p:nvPr/>
        </p:nvSpPr>
        <p:spPr>
          <a:xfrm>
            <a:off x="2587752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입점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05~06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87752" y="2194560"/>
            <a:ext cx="192024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소요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08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846320" y="1508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30,000,000원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9525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05072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96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 (부가세 별도)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405993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120,000,000원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2026-10-16T16:47:36Z</dcterms:created>
  <dcterms:modified xsi:type="dcterms:W3CDTF">2026-10-16T16:47:36Z</dcterms:modified>
</cp:coreProperties>
</file>